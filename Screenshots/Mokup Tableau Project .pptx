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1"/>
  </p:normalViewPr>
  <p:slideViewPr>
    <p:cSldViewPr snapToGrid="0">
      <p:cViewPr varScale="1">
        <p:scale>
          <a:sx n="91" d="100"/>
          <a:sy n="91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8D3E-9914-62AD-E172-8D86D10AC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CAAF7-541E-AAD3-CE8B-13B1CED33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2C140-4183-8C4D-DDD8-D7A80ED8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0987-4D0B-45B4-6D3C-D2A9F1E5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07082-0DA8-C173-41AE-63A3FEA1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7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6E0F-79B4-A754-BC8A-CBD5C6CA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D781-D2EC-F83A-FCED-8132C7B0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91CC-59AA-8B93-18B7-10B2C264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A8C2-D308-ABD7-16FE-F01D4071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50A4-B3C9-C357-AB16-493D0CFA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9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C69C-69A0-59D7-7970-EFDA8908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50D19-B1BA-8E07-A48A-FC78099F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E9DA3-7C90-8565-59CD-FE6FFC9A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4335-66FA-F58B-1787-52E8279E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1CB25-D66D-442F-590D-0DF08220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7FF1-4315-A0FC-B79D-4D1AC910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28730-911B-04C7-F347-A2196122A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0F34C-6E81-F1E3-C049-B5004F89A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50667-7DAC-8022-7DD2-438840C5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21B90-C19F-3632-27E7-6CF83A1B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5ABB8-A654-AEB8-82B0-89171490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3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9AFB-286D-9D12-1DD9-A503C9C2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F1BB1-87F8-D37A-468F-B7C4E78A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E9544-77FF-19F3-BBBB-45AB99E4B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286A2-240E-EF94-C75F-BF8129A00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9DE81-99CE-1BE9-5419-60375C7FA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0F7A6-4A93-81B6-1298-07C4A7C4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B2F0F-95BD-4806-863E-DFC0449C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8F93F-DB4F-5546-5E86-E5CE8556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53E8-FBFD-20E9-8B67-86C3BB59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81D9F-E233-98D8-B9C2-60E42BB3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D3294-B26F-3CB5-4090-BDF4F820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ECC8A-8D31-1F47-693C-20E9C1ED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7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153C6-8BBB-EE7B-A992-8337AF50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8DFDA-5100-649E-1A53-DF3B7833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23561-658F-B12A-0ADF-1C4AA412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1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3293-D7E6-1A2B-C1FC-F3834A95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9C40-8A8D-E177-118A-F3A3BA47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F419C-446C-00FE-47D8-2A1D28B6B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7CF74-A4AB-2765-C087-E8CEB3E8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9C14C-ABEB-E4AD-3298-A791B354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2F072-60BF-BCBC-0542-21AA5B51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2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AED0-2288-BCE7-A1C0-F8D1248E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8888D-D6A3-E9F0-F894-1F4C07F20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C9B30-AA08-D23C-E4EC-86E743BD6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555BB-ECD7-F958-56A6-4407334C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CBDB4-A72E-8164-A800-930AFBDD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04123-E3FA-6011-5F06-EC5E6B48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3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1B56-206A-BA80-8B8B-F2293CE0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C45CA-1C22-8A71-F5B0-9C094BFCC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FF793-D715-71F9-E776-D507715B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A08D3-96E9-6FAC-9C83-2DF7C08D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FB7CA-0307-6EB1-72D5-BDB040E6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1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F9F60-E4DB-122C-D3BD-0B17FB4BC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F987D-F64C-D135-02AC-D8B934C2E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28D0F-AB22-4215-E0F8-7FDFF892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0FBE0-4742-4176-E2BA-86C2C1CD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16C1A-11A9-153F-8CEF-A38AB494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D9DD0-36C9-3289-B579-3BBA9D9A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80589-7D29-3C21-0110-70E1502B3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C565-458D-CFAD-1CB4-2FA14AD26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8FAB2-801E-794F-8681-72CEDB3A9417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5758B-271D-E3FC-5FDF-89498C39A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26632-749E-C11B-FAD1-311CCB14B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425C4-C16E-074A-A110-1B73392B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A708-EE35-231C-32AD-0C81F74DC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EE29E-8A24-1168-FEEB-BDADE33D5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3127EF-AB60-B328-4D2E-69E0E4DE6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50"/>
            <a:ext cx="12192000" cy="67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2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89D4-97EB-1C34-F61C-2F875647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A1CD3-CFC0-FA90-2586-5C337F1C7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858" t="26583" r="2553" b="8757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8953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3919-ED1C-7E87-2C0E-852EC489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027435-9774-EF5B-7D1A-D29AD3564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438" t="25937" r="1922" b="9404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144990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a8674</dc:creator>
  <cp:lastModifiedBy>a8674</cp:lastModifiedBy>
  <cp:revision>1</cp:revision>
  <dcterms:created xsi:type="dcterms:W3CDTF">2025-11-20T08:56:01Z</dcterms:created>
  <dcterms:modified xsi:type="dcterms:W3CDTF">2025-11-20T08:59:29Z</dcterms:modified>
</cp:coreProperties>
</file>